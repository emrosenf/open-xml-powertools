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7a86534d64c48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a7fce265ee43f1"/>
  </p:sldMasterIdLst>
  <p:sldIdLst>
    <p:sldId xmlns:r="http://schemas.openxmlformats.org/officeDocument/2006/relationships" id="256" r:id="Rf7fc54cfb9594b1d"/>
    <p:sldId xmlns:r="http://schemas.openxmlformats.org/officeDocument/2006/relationships" id="257" r:id="R0419422dc6e84958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7fce265ee43f1" /><Relationship Type="http://schemas.openxmlformats.org/officeDocument/2006/relationships/slide" Target="/ppt/slides/slide1.xml" Id="Rf7fc54cfb9594b1d" /><Relationship Type="http://schemas.openxmlformats.org/officeDocument/2006/relationships/slide" Target="/ppt/slides/slide2.xml" Id="R0419422dc6e84958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b328e0d634af8" /><Relationship Type="http://schemas.openxmlformats.org/officeDocument/2006/relationships/theme" Target="/ppt/slideMasters/theme/theme1.xml" Id="R3b00acf8da134f0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4d9b328e0d634af8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6a6c78def40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7c1173f4240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6000000" cy="30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Content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Content</a:t>
            </a:r>
            <a:endParaRPr lang="en-US"/>
          </a:p>
        </p:txBody>
      </p:sp>
    </p:spTree>
  </p:cSld>
</p:sld>
</file>