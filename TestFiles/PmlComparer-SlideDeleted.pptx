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51d8e472e7e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39a0b184724b51"/>
  </p:sldMasterIdLst>
  <p:sldIdLst>
    <p:sldId xmlns:r="http://schemas.openxmlformats.org/officeDocument/2006/relationships" id="256" r:id="Rd1807e9077a4430f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9a0b184724b51" /><Relationship Type="http://schemas.openxmlformats.org/officeDocument/2006/relationships/slide" Target="/ppt/slides/slide1.xml" Id="Rd1807e9077a4430f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aaab13985467e" /><Relationship Type="http://schemas.openxmlformats.org/officeDocument/2006/relationships/theme" Target="/ppt/slideMasters/theme/theme1.xml" Id="R202ae257a3b949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c59aaab13985467e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91ab65e0341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</p:spTree>
  </p:cSld>
</p:sld>
</file>