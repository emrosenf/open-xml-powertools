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1c45f19b6d044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6590b15f3d4055"/>
  </p:sldMasterIdLst>
  <p:sldIdLst>
    <p:sldId xmlns:r="http://schemas.openxmlformats.org/officeDocument/2006/relationships" id="256" r:id="R33e3341ae3764480"/>
    <p:sldId xmlns:r="http://schemas.openxmlformats.org/officeDocument/2006/relationships" id="257" r:id="Rf9d4073d545e4158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590b15f3d4055" /><Relationship Type="http://schemas.openxmlformats.org/officeDocument/2006/relationships/slide" Target="/ppt/slides/slide1.xml" Id="R33e3341ae3764480" /><Relationship Type="http://schemas.openxmlformats.org/officeDocument/2006/relationships/slide" Target="/ppt/slides/slide2.xml" Id="Rf9d4073d545e4158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26ce0137e493c" /><Relationship Type="http://schemas.openxmlformats.org/officeDocument/2006/relationships/theme" Target="/ppt/slideMasters/theme/theme1.xml" Id="Rcfbd7893f8744cd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xmlns:r="http://schemas.openxmlformats.org/officeDocument/2006/relationships" id="2147483649" r:id="Rc4e26ce0137e493c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1ef76a21748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0065a83ff4c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Content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Content</a:t>
            </a:r>
            <a:endParaRPr lang="en-US"/>
          </a:p>
        </p:txBody>
      </p:sp>
    </p:spTree>
  </p:cSld>
</p:sld>
</file>