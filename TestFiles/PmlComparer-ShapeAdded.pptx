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ccfce1cf4d645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8ee79ffd23414c"/>
  </p:sldMasterIdLst>
  <p:sldIdLst>
    <p:sldId xmlns:r="http://schemas.openxmlformats.org/officeDocument/2006/relationships" id="256" r:id="R6cae4c1b25d945f1"/>
    <p:sldId xmlns:r="http://schemas.openxmlformats.org/officeDocument/2006/relationships" id="257" r:id="R799101fba45b4f5a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ee79ffd23414c" /><Relationship Type="http://schemas.openxmlformats.org/officeDocument/2006/relationships/slide" Target="/ppt/slides/slide1.xml" Id="R6cae4c1b25d945f1" /><Relationship Type="http://schemas.openxmlformats.org/officeDocument/2006/relationships/slide" Target="/ppt/slides/slide2.xml" Id="R799101fba45b4f5a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7152651554991" /><Relationship Type="http://schemas.openxmlformats.org/officeDocument/2006/relationships/theme" Target="/ppt/slideMasters/theme/theme1.xml" Id="R954d036c61334d0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b7e715265155499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b180bd58e48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85ab770f4b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Content</a:t>
            </a:r>
            <a:endParaRPr lang="en-US"/>
          </a:p>
        </p:txBody>
      </p:sp>
      <p:sp>
        <p:nvSpPr>
          <p:cNvPr id="4" name="Extra Shape"/>
          <p:cNvSpPr/>
          <p:nvPr/>
        </p:nvSpPr>
        <p:spPr>
          <a:xfrm xmlns:a="http://schemas.openxmlformats.org/drawingml/2006/main">
            <a:off x="457200" y="5000000"/>
            <a:ext cx="3000000" cy="10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Extra Content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