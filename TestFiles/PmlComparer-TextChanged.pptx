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69e1d813e8348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fc5f32a2424aa1"/>
  </p:sldMasterIdLst>
  <p:sldIdLst>
    <p:sldId xmlns:r="http://schemas.openxmlformats.org/officeDocument/2006/relationships" id="256" r:id="R08f9fe6c839e4e36"/>
    <p:sldId xmlns:r="http://schemas.openxmlformats.org/officeDocument/2006/relationships" id="257" r:id="Rb398884562944cdf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c5f32a2424aa1" /><Relationship Type="http://schemas.openxmlformats.org/officeDocument/2006/relationships/slide" Target="/ppt/slides/slide1.xml" Id="R08f9fe6c839e4e36" /><Relationship Type="http://schemas.openxmlformats.org/officeDocument/2006/relationships/slide" Target="/ppt/slides/slide2.xml" Id="Rb398884562944cdf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c0ead559c43c8" /><Relationship Type="http://schemas.openxmlformats.org/officeDocument/2006/relationships/theme" Target="/ppt/slideMasters/theme/theme1.xml" Id="R426a1a04221b457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9ecc0ead559c43c8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338b4eee743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46ca99f2340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MODIFIED Content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Content</a:t>
            </a:r>
            <a:endParaRPr lang="en-US"/>
          </a:p>
        </p:txBody>
      </p:sp>
    </p:spTree>
  </p:cSld>
</p:sld>
</file>