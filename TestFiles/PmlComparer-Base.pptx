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14775411dfc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19e65778e44385"/>
  </p:sldMasterIdLst>
  <p:sldIdLst>
    <p:sldId xmlns:r="http://schemas.openxmlformats.org/officeDocument/2006/relationships" id="256" r:id="R9f7dcdd61a814b8b"/>
    <p:sldId xmlns:r="http://schemas.openxmlformats.org/officeDocument/2006/relationships" id="257" r:id="Rfbde53f924fb4804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9e65778e44385" /><Relationship Type="http://schemas.openxmlformats.org/officeDocument/2006/relationships/slide" Target="/ppt/slides/slide1.xml" Id="R9f7dcdd61a814b8b" /><Relationship Type="http://schemas.openxmlformats.org/officeDocument/2006/relationships/slide" Target="/ppt/slides/slide2.xml" Id="Rfbde53f924fb4804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4ade39be84b83" /><Relationship Type="http://schemas.openxmlformats.org/officeDocument/2006/relationships/theme" Target="/ppt/slideMasters/theme/theme1.xml" Id="Rced074c6064c434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3664ade39be84b8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7c6815e804e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08894965c44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Content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