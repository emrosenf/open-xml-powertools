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Masters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79b7b659d50a412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6b14408af3547fb"/>
  </p:sldMasterIdLst>
  <p:sldIdLst>
    <p:sldId xmlns:r="http://schemas.openxmlformats.org/officeDocument/2006/relationships" id="256" r:id="R4a604de497e04ba8"/>
    <p:sldId xmlns:r="http://schemas.openxmlformats.org/officeDocument/2006/relationships" id="257" r:id="R96e9e138fda84cff"/>
  </p:sldIdLst>
  <p:sldSz cx="9144000" cy="6858000" type="screen4x3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b14408af3547fb" /><Relationship Type="http://schemas.openxmlformats.org/officeDocument/2006/relationships/slide" Target="/ppt/slides/slide1.xml" Id="R4a604de497e04ba8" /><Relationship Type="http://schemas.openxmlformats.org/officeDocument/2006/relationships/slide" Target="/ppt/slides/slide2.xml" Id="R96e9e138fda84cff" /></Relationships>
</file>

<file path=ppt/slideLayouts/slideLayout1.xml><?xml version="1.0" encoding="utf-8"?>
<p:sldLayout xmlns:p="http://schemas.openxmlformats.org/presentationml/2006/main" type="title">
  <p:cSld>
    <p:spTree>
      <p:nvGrpSpPr>
        <p:cNvPr id="1" name=""/>
        <p:cNvGrpSpPr/>
        <p:nvPr/>
      </p:nvGrpSpPr>
      <p:grpSpPr/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c6411441e6441e" /><Relationship Type="http://schemas.openxmlformats.org/officeDocument/2006/relationships/theme" Target="/ppt/slideMasters/theme/theme1.xml" Id="R75ab4c2de1984f2b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xmlns:r="http://schemas.openxmlformats.org/officeDocument/2006/relationships" id="2147483649" r:id="Rfbc6411441e6441e"/>
  </p:sldLayoutIdLst>
</p:sldMaster>
</file>

<file path=ppt/slideMasters/theme/theme1.xml><?xml version="1.0" encoding="utf-8"?>
<a:theme xmlns:a="http://schemas.openxmlformats.org/drawingml/2006/main" name="Office Theme">
  <a:themeElements>
    <a:clrScheme name="Office">
      <a:dk1>
        <a:sysClr val="windowText"/>
      </a:dk1>
      <a:lt1>
        <a:sysClr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d8e1a898ff453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f131ac377e40d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1 Title</a:t>
            </a:r>
            <a:endParaRPr lang="en-US"/>
          </a:p>
        </p:txBody>
      </p:sp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2 Title</a:t>
            </a:r>
            <a:endParaRPr lang="en-US"/>
          </a:p>
        </p:txBody>
      </p:sp>
      <p:sp>
        <p:nvSpPr>
          <p:cNvPr id="3" name="Content"/>
          <p:cNvSpPr/>
          <p:nvPr/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2 Content</a:t>
            </a:r>
            <a:endParaRPr lang="en-US"/>
          </a:p>
        </p:txBody>
      </p:sp>
    </p:spTree>
  </p:cSld>
</p:sld>
</file>