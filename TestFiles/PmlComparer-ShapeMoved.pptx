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Masters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162e271990ae4a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b963718ee04b2c"/>
  </p:sldMasterIdLst>
  <p:sldIdLst>
    <p:sldId xmlns:r="http://schemas.openxmlformats.org/officeDocument/2006/relationships" id="256" r:id="R5497661b9965474e"/>
    <p:sldId xmlns:r="http://schemas.openxmlformats.org/officeDocument/2006/relationships" id="257" r:id="R83b773cb2b7e41ac"/>
  </p:sldIdLst>
  <p:sldSz cx="9144000" cy="6858000" type="screen4x3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b963718ee04b2c" /><Relationship Type="http://schemas.openxmlformats.org/officeDocument/2006/relationships/slide" Target="/ppt/slides/slide1.xml" Id="R5497661b9965474e" /><Relationship Type="http://schemas.openxmlformats.org/officeDocument/2006/relationships/slide" Target="/ppt/slides/slide2.xml" Id="R83b773cb2b7e41ac" /></Relationships>
</file>

<file path=ppt/slideLayouts/slideLayout1.xml><?xml version="1.0" encoding="utf-8"?>
<p:sldLayout xmlns:p="http://schemas.openxmlformats.org/presentationml/2006/main" type="title">
  <p:cSld>
    <p:spTree>
      <p:nvGrpSpPr>
        <p:cNvPr id="1" name=""/>
        <p:cNvGrpSpPr/>
        <p:nvPr/>
      </p:nvGrpSpPr>
      <p:grpSpPr/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94daaae98e4960" /><Relationship Type="http://schemas.openxmlformats.org/officeDocument/2006/relationships/theme" Target="/ppt/slideMasters/theme/theme1.xml" Id="R44c3034e03cd49b0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xmlns:r="http://schemas.openxmlformats.org/officeDocument/2006/relationships" id="2147483649" r:id="R1a94daaae98e4960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7383ff877547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3a7cbc07fe44b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1 Title</a:t>
            </a:r>
            <a:endParaRPr lang="en-US"/>
          </a:p>
        </p:txBody>
      </p:sp>
      <p:sp>
        <p:nvSpPr>
          <p:cNvPr id="3" name="Content"/>
          <p:cNvSpPr/>
          <p:nvPr/>
        </p:nvSpPr>
        <p:spPr>
          <a:xfrm xmlns:a="http://schemas.openxmlformats.org/drawingml/2006/main">
            <a:off x="1000000" y="20000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1 Content</a:t>
            </a:r>
            <a:endParaRPr lang="en-US"/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2 Title</a:t>
            </a:r>
            <a:endParaRPr lang="en-US"/>
          </a:p>
        </p:txBody>
      </p:sp>
      <p:sp>
        <p:nvSpPr>
          <p:cNvPr id="3" name="Content"/>
          <p:cNvSpPr/>
          <p:nvPr/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2 Content</a:t>
            </a:r>
            <a:endParaRPr lang="en-US"/>
          </a:p>
        </p:txBody>
      </p:sp>
    </p:spTree>
  </p:cSld>
</p:sld>
</file>