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49280a4df11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838b18416419b"/>
  </p:sldMasterIdLst>
  <p:sldIdLst>
    <p:sldId xmlns:r="http://schemas.openxmlformats.org/officeDocument/2006/relationships" id="256" r:id="R3b6c255478f942fb"/>
    <p:sldId xmlns:r="http://schemas.openxmlformats.org/officeDocument/2006/relationships" id="257" r:id="Rfd2eb35727244361"/>
    <p:sldId xmlns:r="http://schemas.openxmlformats.org/officeDocument/2006/relationships" id="258" r:id="Rcc52184f4a7240e8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838b18416419b" /><Relationship Type="http://schemas.openxmlformats.org/officeDocument/2006/relationships/slide" Target="/ppt/slides/slide1.xml" Id="R3b6c255478f942fb" /><Relationship Type="http://schemas.openxmlformats.org/officeDocument/2006/relationships/slide" Target="/ppt/slides/slide2.xml" Id="Rfd2eb35727244361" /><Relationship Type="http://schemas.openxmlformats.org/officeDocument/2006/relationships/slide" Target="/ppt/slides/slide3.xml" Id="Rcc52184f4a7240e8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b9116048542bd" /><Relationship Type="http://schemas.openxmlformats.org/officeDocument/2006/relationships/theme" Target="/ppt/slideMasters/theme/theme1.xml" Id="R16c756be84a24ab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0d3b9116048542b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6fb13e924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458767744d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bb2f4844743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Content - NEW</a:t>
            </a:r>
            <a:endParaRPr lang="en-US"/>
          </a:p>
        </p:txBody>
      </p:sp>
    </p:spTree>
  </p:cSld>
</p:sld>
</file>